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6" y="-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B3A37-5881-2241-EA40-08993015E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68FDEE-2542-FE00-2821-EE934C74A4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FEBA6-C8FE-0ADC-F83A-E65451AF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9CF9-3C85-4B25-A152-17233421064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9B342-DC36-8579-768D-36C08F7D7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13E3D-B043-EE42-8CDD-0D37AAED3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CED5F-F6B3-4E95-B10A-9BC6A6A1F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092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7325-32F4-205B-F1BC-C3CEEBE57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57872-50FF-556A-C86E-6F738BB63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E71C1-C06E-0FFB-559D-98BA93274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9CF9-3C85-4B25-A152-17233421064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A8E98-9603-283C-B0B5-D38F95CEC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2FE6F-6533-9759-58A7-AD1B3E96C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CED5F-F6B3-4E95-B10A-9BC6A6A1F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711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33A09-4495-FDC6-F78B-8CDD5752E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DE38-BC42-6F88-724A-E4CE91F7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7BAD0-752D-65E0-A0B4-DD6CF784E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9CF9-3C85-4B25-A152-17233421064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45283-D68A-3911-7E93-DD3EC746E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0F348-89D3-FEC3-1362-7826C215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CED5F-F6B3-4E95-B10A-9BC6A6A1F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908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A30A5-5DB9-6766-DCE0-A060907BF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9B487-6D67-2F71-FE5F-8DC014B5F5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60EC-B119-7E95-656C-AAF34BE2D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C8E87-7C9F-37DD-F86E-C375A788F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9CF9-3C85-4B25-A152-17233421064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58D8-0A12-CECF-1E03-186DBA42C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C7CEC-FBF8-DF6B-2BD8-D63559BF3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CED5F-F6B3-4E95-B10A-9BC6A6A1F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544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D5474-2DE4-220E-8259-EC2099AB4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F197D-7117-6DFD-9E35-9A15E8CF9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EFEB3-AFF8-BE62-F822-B859163B9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BF5F7E-B120-85CC-5911-71FD82D3EC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5A7010-0BD3-833A-CF77-F1A212DE7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417C36-D274-2FC0-CB58-2932D74FA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9CF9-3C85-4B25-A152-17233421064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3CC8DD-FCCD-86AE-FE09-2EA839708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E04AF7-F686-F143-AA0A-DC87E3AB6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CED5F-F6B3-4E95-B10A-9BC6A6A1F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507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2103D-ABB8-A726-57D9-9C39D73EB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FB0D22-0F8B-AD88-EC46-73C7B2171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9CF9-3C85-4B25-A152-17233421064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907C8B-0A64-FD68-D485-75590011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319169-2F8A-1025-4553-D440A26D9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CED5F-F6B3-4E95-B10A-9BC6A6A1F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132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B3EC34-5FA1-7639-11DC-E97949385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9CF9-3C85-4B25-A152-17233421064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9F453F-4BCB-B17B-7FF7-4D27DA432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FE48F-79D9-873C-1022-C1C77E3E9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CED5F-F6B3-4E95-B10A-9BC6A6A1F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072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B7D44-1382-27A4-B9FB-34CFA6701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8B6F4-A033-E0E0-E916-8CADD82A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943DC7-8DB6-D748-B2C1-C2FAAE686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601FE-C806-9D5B-F415-8BF4CE1E1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9CF9-3C85-4B25-A152-17233421064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A25B4-07CF-58D5-5E12-B03149862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D3B94-1DF5-865E-704F-E7CF5E80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CED5F-F6B3-4E95-B10A-9BC6A6A1F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980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33071-293A-342D-85D5-4A686DAB6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E8F088-4A9C-3EE2-4E0E-806B0C688B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09040E-59F2-2D15-680E-3C5AAB1FD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8E083E-CF03-CB77-942F-0F4B7BB4B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9CF9-3C85-4B25-A152-17233421064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7A456F-1422-1834-6795-B08A77CFB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A8E7C-8EA9-D0F9-4120-B2A83AFD5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CED5F-F6B3-4E95-B10A-9BC6A6A1F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36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6926D-3866-E88A-9FF2-3ED2D6BCA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2480BF-0B31-98B9-AC21-113A5DFC62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29996-5A1B-098E-8BC9-691D52C0A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9CF9-3C85-4B25-A152-17233421064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37E11-4583-D04F-88D6-CEF420354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AC905-30A5-291F-E6F0-033458889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CED5F-F6B3-4E95-B10A-9BC6A6A1F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367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841C9E-CA86-2656-37FB-7F8069B04D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47F75B-D6A9-2CA8-FF39-BE95476CD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4F813-2110-4E53-1792-AFEF548F8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9CF9-3C85-4B25-A152-17233421064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6690F-EF09-8B72-6222-8027DE621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A2F6F-CA80-6A18-E2AA-C044F809F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CED5F-F6B3-4E95-B10A-9BC6A6A1F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609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D5D573-FD00-E936-B809-5C863A160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127F5-CE03-BB66-C27D-33E2826CB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DE6D7-573E-9DCC-9417-E6414111C3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39CF9-3C85-4B25-A152-172334210648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1FCE4-32EA-78D9-EC3F-16CEF68B9E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E7263-6C41-50E0-F805-3602C0C62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CED5F-F6B3-4E95-B10A-9BC6A6A1F0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965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3E31BCDD-C8F3-6514-E918-AF5F64D83F75}"/>
              </a:ext>
            </a:extLst>
          </p:cNvPr>
          <p:cNvSpPr/>
          <p:nvPr/>
        </p:nvSpPr>
        <p:spPr>
          <a:xfrm rot="2643190">
            <a:off x="5431213" y="2066369"/>
            <a:ext cx="1820844" cy="2415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Oncoming wavefront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3A8C0A5-3D48-DC1D-325B-CA725363A996}"/>
              </a:ext>
            </a:extLst>
          </p:cNvPr>
          <p:cNvGrpSpPr/>
          <p:nvPr/>
        </p:nvGrpSpPr>
        <p:grpSpPr>
          <a:xfrm>
            <a:off x="3735238" y="1657410"/>
            <a:ext cx="3253025" cy="2330719"/>
            <a:chOff x="3735238" y="1657410"/>
            <a:chExt cx="3253025" cy="233071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7C221CC-73CC-9420-61ED-9F96252846C0}"/>
                </a:ext>
              </a:extLst>
            </p:cNvPr>
            <p:cNvSpPr/>
            <p:nvPr/>
          </p:nvSpPr>
          <p:spPr>
            <a:xfrm>
              <a:off x="3735238" y="3429000"/>
              <a:ext cx="241540" cy="241539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FECF20B-7FA6-D068-4CA8-0103A03EEF39}"/>
                </a:ext>
              </a:extLst>
            </p:cNvPr>
            <p:cNvSpPr/>
            <p:nvPr/>
          </p:nvSpPr>
          <p:spPr>
            <a:xfrm>
              <a:off x="5055079" y="3429000"/>
              <a:ext cx="241540" cy="241539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62F4BBD-7490-1F5A-9207-5E8963A94FA3}"/>
                </a:ext>
              </a:extLst>
            </p:cNvPr>
            <p:cNvSpPr/>
            <p:nvPr/>
          </p:nvSpPr>
          <p:spPr>
            <a:xfrm>
              <a:off x="6374920" y="3429000"/>
              <a:ext cx="241540" cy="241539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93132DD-2D80-66B2-3C17-600C1C1C8D7E}"/>
                </a:ext>
              </a:extLst>
            </p:cNvPr>
            <p:cNvCxnSpPr>
              <a:stCxn id="4" idx="6"/>
              <a:endCxn id="5" idx="2"/>
            </p:cNvCxnSpPr>
            <p:nvPr/>
          </p:nvCxnSpPr>
          <p:spPr>
            <a:xfrm>
              <a:off x="3976778" y="3549770"/>
              <a:ext cx="1078301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A9B0D9F-6A82-62F3-7153-15784D7C1EB6}"/>
                </a:ext>
              </a:extLst>
            </p:cNvPr>
            <p:cNvCxnSpPr>
              <a:cxnSpLocks/>
              <a:stCxn id="5" idx="6"/>
              <a:endCxn id="6" idx="2"/>
            </p:cNvCxnSpPr>
            <p:nvPr/>
          </p:nvCxnSpPr>
          <p:spPr>
            <a:xfrm>
              <a:off x="5296619" y="3549770"/>
              <a:ext cx="1078301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5DC6A7-C9E4-4AE3-BC64-C9A422311F47}"/>
                </a:ext>
              </a:extLst>
            </p:cNvPr>
            <p:cNvSpPr/>
            <p:nvPr/>
          </p:nvSpPr>
          <p:spPr>
            <a:xfrm>
              <a:off x="4224786" y="3670539"/>
              <a:ext cx="582284" cy="2415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d/2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614F3C3-46E7-F216-3327-CB2758BD13DA}"/>
                </a:ext>
              </a:extLst>
            </p:cNvPr>
            <p:cNvSpPr/>
            <p:nvPr/>
          </p:nvSpPr>
          <p:spPr>
            <a:xfrm>
              <a:off x="5544627" y="3670539"/>
              <a:ext cx="582284" cy="2415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d/2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A9F15EE-F605-FC4D-1F70-34EC96A2304C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 flipH="1" flipV="1">
              <a:off x="4758562" y="1930400"/>
              <a:ext cx="1651731" cy="153397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C29608-82C5-75C8-4528-30F9789F05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5979" y="2213224"/>
              <a:ext cx="1129100" cy="121577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B4F52DA-E326-E797-17BA-1EB4B15D17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3654" y="2879785"/>
              <a:ext cx="524895" cy="56518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8BE941F-521B-016B-0604-1F86470E069B}"/>
                </a:ext>
              </a:extLst>
            </p:cNvPr>
            <p:cNvSpPr/>
            <p:nvPr/>
          </p:nvSpPr>
          <p:spPr>
            <a:xfrm>
              <a:off x="5171099" y="1657410"/>
              <a:ext cx="330200" cy="292100"/>
            </a:xfrm>
            <a:custGeom>
              <a:avLst/>
              <a:gdLst>
                <a:gd name="csX0" fmla="*/ 330200 w 330200"/>
                <a:gd name="csY0" fmla="*/ 0 h 292100"/>
                <a:gd name="csX1" fmla="*/ 203200 w 330200"/>
                <a:gd name="csY1" fmla="*/ 127000 h 292100"/>
                <a:gd name="csX2" fmla="*/ 107950 w 330200"/>
                <a:gd name="csY2" fmla="*/ 76200 h 292100"/>
                <a:gd name="csX3" fmla="*/ 222250 w 330200"/>
                <a:gd name="csY3" fmla="*/ 215900 h 292100"/>
                <a:gd name="csX4" fmla="*/ 50800 w 330200"/>
                <a:gd name="csY4" fmla="*/ 120650 h 292100"/>
                <a:gd name="csX5" fmla="*/ 165100 w 330200"/>
                <a:gd name="csY5" fmla="*/ 273050 h 292100"/>
                <a:gd name="csX6" fmla="*/ 69850 w 330200"/>
                <a:gd name="csY6" fmla="*/ 215900 h 292100"/>
                <a:gd name="csX7" fmla="*/ 0 w 330200"/>
                <a:gd name="csY7" fmla="*/ 292100 h 292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30200" h="292100">
                  <a:moveTo>
                    <a:pt x="330200" y="0"/>
                  </a:moveTo>
                  <a:lnTo>
                    <a:pt x="203200" y="127000"/>
                  </a:lnTo>
                  <a:lnTo>
                    <a:pt x="107950" y="76200"/>
                  </a:lnTo>
                  <a:lnTo>
                    <a:pt x="222250" y="215900"/>
                  </a:lnTo>
                  <a:lnTo>
                    <a:pt x="50800" y="120650"/>
                  </a:lnTo>
                  <a:lnTo>
                    <a:pt x="165100" y="273050"/>
                  </a:lnTo>
                  <a:lnTo>
                    <a:pt x="69850" y="215900"/>
                  </a:lnTo>
                  <a:lnTo>
                    <a:pt x="0" y="292100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sysDot"/>
              <a:headEnd type="none" w="sm" len="sm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A7AA8C0-E6DC-37C4-2A2B-6D070A1074D8}"/>
                </a:ext>
              </a:extLst>
            </p:cNvPr>
            <p:cNvSpPr/>
            <p:nvPr/>
          </p:nvSpPr>
          <p:spPr>
            <a:xfrm>
              <a:off x="5390457" y="1863844"/>
              <a:ext cx="330200" cy="292100"/>
            </a:xfrm>
            <a:custGeom>
              <a:avLst/>
              <a:gdLst>
                <a:gd name="csX0" fmla="*/ 330200 w 330200"/>
                <a:gd name="csY0" fmla="*/ 0 h 292100"/>
                <a:gd name="csX1" fmla="*/ 203200 w 330200"/>
                <a:gd name="csY1" fmla="*/ 127000 h 292100"/>
                <a:gd name="csX2" fmla="*/ 107950 w 330200"/>
                <a:gd name="csY2" fmla="*/ 76200 h 292100"/>
                <a:gd name="csX3" fmla="*/ 222250 w 330200"/>
                <a:gd name="csY3" fmla="*/ 215900 h 292100"/>
                <a:gd name="csX4" fmla="*/ 50800 w 330200"/>
                <a:gd name="csY4" fmla="*/ 120650 h 292100"/>
                <a:gd name="csX5" fmla="*/ 165100 w 330200"/>
                <a:gd name="csY5" fmla="*/ 273050 h 292100"/>
                <a:gd name="csX6" fmla="*/ 69850 w 330200"/>
                <a:gd name="csY6" fmla="*/ 215900 h 292100"/>
                <a:gd name="csX7" fmla="*/ 0 w 330200"/>
                <a:gd name="csY7" fmla="*/ 292100 h 292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30200" h="292100">
                  <a:moveTo>
                    <a:pt x="330200" y="0"/>
                  </a:moveTo>
                  <a:lnTo>
                    <a:pt x="203200" y="127000"/>
                  </a:lnTo>
                  <a:lnTo>
                    <a:pt x="107950" y="76200"/>
                  </a:lnTo>
                  <a:lnTo>
                    <a:pt x="222250" y="215900"/>
                  </a:lnTo>
                  <a:lnTo>
                    <a:pt x="50800" y="120650"/>
                  </a:lnTo>
                  <a:lnTo>
                    <a:pt x="165100" y="273050"/>
                  </a:lnTo>
                  <a:lnTo>
                    <a:pt x="69850" y="215900"/>
                  </a:lnTo>
                  <a:lnTo>
                    <a:pt x="0" y="292100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sysDot"/>
              <a:headEnd type="none" w="sm" len="sm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963ED10-C11E-DAE2-A9F9-7BCC57CBD057}"/>
                </a:ext>
              </a:extLst>
            </p:cNvPr>
            <p:cNvSpPr/>
            <p:nvPr/>
          </p:nvSpPr>
          <p:spPr>
            <a:xfrm>
              <a:off x="5619176" y="2067234"/>
              <a:ext cx="330200" cy="292100"/>
            </a:xfrm>
            <a:custGeom>
              <a:avLst/>
              <a:gdLst>
                <a:gd name="csX0" fmla="*/ 330200 w 330200"/>
                <a:gd name="csY0" fmla="*/ 0 h 292100"/>
                <a:gd name="csX1" fmla="*/ 203200 w 330200"/>
                <a:gd name="csY1" fmla="*/ 127000 h 292100"/>
                <a:gd name="csX2" fmla="*/ 107950 w 330200"/>
                <a:gd name="csY2" fmla="*/ 76200 h 292100"/>
                <a:gd name="csX3" fmla="*/ 222250 w 330200"/>
                <a:gd name="csY3" fmla="*/ 215900 h 292100"/>
                <a:gd name="csX4" fmla="*/ 50800 w 330200"/>
                <a:gd name="csY4" fmla="*/ 120650 h 292100"/>
                <a:gd name="csX5" fmla="*/ 165100 w 330200"/>
                <a:gd name="csY5" fmla="*/ 273050 h 292100"/>
                <a:gd name="csX6" fmla="*/ 69850 w 330200"/>
                <a:gd name="csY6" fmla="*/ 215900 h 292100"/>
                <a:gd name="csX7" fmla="*/ 0 w 330200"/>
                <a:gd name="csY7" fmla="*/ 292100 h 292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30200" h="292100">
                  <a:moveTo>
                    <a:pt x="330200" y="0"/>
                  </a:moveTo>
                  <a:lnTo>
                    <a:pt x="203200" y="127000"/>
                  </a:lnTo>
                  <a:lnTo>
                    <a:pt x="107950" y="76200"/>
                  </a:lnTo>
                  <a:lnTo>
                    <a:pt x="222250" y="215900"/>
                  </a:lnTo>
                  <a:lnTo>
                    <a:pt x="50800" y="120650"/>
                  </a:lnTo>
                  <a:lnTo>
                    <a:pt x="165100" y="273050"/>
                  </a:lnTo>
                  <a:lnTo>
                    <a:pt x="69850" y="215900"/>
                  </a:lnTo>
                  <a:lnTo>
                    <a:pt x="0" y="292100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sysDot"/>
              <a:headEnd type="none" w="sm" len="sm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4A7EBA1-0E63-F22C-DFF5-1D29B72032CD}"/>
                </a:ext>
              </a:extLst>
            </p:cNvPr>
            <p:cNvSpPr/>
            <p:nvPr/>
          </p:nvSpPr>
          <p:spPr>
            <a:xfrm>
              <a:off x="5826072" y="2279900"/>
              <a:ext cx="330200" cy="292100"/>
            </a:xfrm>
            <a:custGeom>
              <a:avLst/>
              <a:gdLst>
                <a:gd name="csX0" fmla="*/ 330200 w 330200"/>
                <a:gd name="csY0" fmla="*/ 0 h 292100"/>
                <a:gd name="csX1" fmla="*/ 203200 w 330200"/>
                <a:gd name="csY1" fmla="*/ 127000 h 292100"/>
                <a:gd name="csX2" fmla="*/ 107950 w 330200"/>
                <a:gd name="csY2" fmla="*/ 76200 h 292100"/>
                <a:gd name="csX3" fmla="*/ 222250 w 330200"/>
                <a:gd name="csY3" fmla="*/ 215900 h 292100"/>
                <a:gd name="csX4" fmla="*/ 50800 w 330200"/>
                <a:gd name="csY4" fmla="*/ 120650 h 292100"/>
                <a:gd name="csX5" fmla="*/ 165100 w 330200"/>
                <a:gd name="csY5" fmla="*/ 273050 h 292100"/>
                <a:gd name="csX6" fmla="*/ 69850 w 330200"/>
                <a:gd name="csY6" fmla="*/ 215900 h 292100"/>
                <a:gd name="csX7" fmla="*/ 0 w 330200"/>
                <a:gd name="csY7" fmla="*/ 292100 h 292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30200" h="292100">
                  <a:moveTo>
                    <a:pt x="330200" y="0"/>
                  </a:moveTo>
                  <a:lnTo>
                    <a:pt x="203200" y="127000"/>
                  </a:lnTo>
                  <a:lnTo>
                    <a:pt x="107950" y="76200"/>
                  </a:lnTo>
                  <a:lnTo>
                    <a:pt x="222250" y="215900"/>
                  </a:lnTo>
                  <a:lnTo>
                    <a:pt x="50800" y="120650"/>
                  </a:lnTo>
                  <a:lnTo>
                    <a:pt x="165100" y="273050"/>
                  </a:lnTo>
                  <a:lnTo>
                    <a:pt x="69850" y="215900"/>
                  </a:lnTo>
                  <a:lnTo>
                    <a:pt x="0" y="292100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sysDot"/>
              <a:headEnd type="none" w="sm" len="sm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D07DCB2-DC93-B105-C796-749EBA1E437F}"/>
                </a:ext>
              </a:extLst>
            </p:cNvPr>
            <p:cNvSpPr/>
            <p:nvPr/>
          </p:nvSpPr>
          <p:spPr>
            <a:xfrm>
              <a:off x="6011434" y="2468649"/>
              <a:ext cx="330200" cy="292100"/>
            </a:xfrm>
            <a:custGeom>
              <a:avLst/>
              <a:gdLst>
                <a:gd name="csX0" fmla="*/ 330200 w 330200"/>
                <a:gd name="csY0" fmla="*/ 0 h 292100"/>
                <a:gd name="csX1" fmla="*/ 203200 w 330200"/>
                <a:gd name="csY1" fmla="*/ 127000 h 292100"/>
                <a:gd name="csX2" fmla="*/ 107950 w 330200"/>
                <a:gd name="csY2" fmla="*/ 76200 h 292100"/>
                <a:gd name="csX3" fmla="*/ 222250 w 330200"/>
                <a:gd name="csY3" fmla="*/ 215900 h 292100"/>
                <a:gd name="csX4" fmla="*/ 50800 w 330200"/>
                <a:gd name="csY4" fmla="*/ 120650 h 292100"/>
                <a:gd name="csX5" fmla="*/ 165100 w 330200"/>
                <a:gd name="csY5" fmla="*/ 273050 h 292100"/>
                <a:gd name="csX6" fmla="*/ 69850 w 330200"/>
                <a:gd name="csY6" fmla="*/ 215900 h 292100"/>
                <a:gd name="csX7" fmla="*/ 0 w 330200"/>
                <a:gd name="csY7" fmla="*/ 292100 h 292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30200" h="292100">
                  <a:moveTo>
                    <a:pt x="330200" y="0"/>
                  </a:moveTo>
                  <a:lnTo>
                    <a:pt x="203200" y="127000"/>
                  </a:lnTo>
                  <a:lnTo>
                    <a:pt x="107950" y="76200"/>
                  </a:lnTo>
                  <a:lnTo>
                    <a:pt x="222250" y="215900"/>
                  </a:lnTo>
                  <a:lnTo>
                    <a:pt x="50800" y="120650"/>
                  </a:lnTo>
                  <a:lnTo>
                    <a:pt x="165100" y="273050"/>
                  </a:lnTo>
                  <a:lnTo>
                    <a:pt x="69850" y="215900"/>
                  </a:lnTo>
                  <a:lnTo>
                    <a:pt x="0" y="292100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sysDot"/>
              <a:headEnd type="none" w="sm" len="sm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5468974-5B76-8262-F544-1D7B9C5E9319}"/>
                </a:ext>
              </a:extLst>
            </p:cNvPr>
            <p:cNvSpPr/>
            <p:nvPr/>
          </p:nvSpPr>
          <p:spPr>
            <a:xfrm>
              <a:off x="6209292" y="2674441"/>
              <a:ext cx="330200" cy="292100"/>
            </a:xfrm>
            <a:custGeom>
              <a:avLst/>
              <a:gdLst>
                <a:gd name="csX0" fmla="*/ 330200 w 330200"/>
                <a:gd name="csY0" fmla="*/ 0 h 292100"/>
                <a:gd name="csX1" fmla="*/ 203200 w 330200"/>
                <a:gd name="csY1" fmla="*/ 127000 h 292100"/>
                <a:gd name="csX2" fmla="*/ 107950 w 330200"/>
                <a:gd name="csY2" fmla="*/ 76200 h 292100"/>
                <a:gd name="csX3" fmla="*/ 222250 w 330200"/>
                <a:gd name="csY3" fmla="*/ 215900 h 292100"/>
                <a:gd name="csX4" fmla="*/ 50800 w 330200"/>
                <a:gd name="csY4" fmla="*/ 120650 h 292100"/>
                <a:gd name="csX5" fmla="*/ 165100 w 330200"/>
                <a:gd name="csY5" fmla="*/ 273050 h 292100"/>
                <a:gd name="csX6" fmla="*/ 69850 w 330200"/>
                <a:gd name="csY6" fmla="*/ 215900 h 292100"/>
                <a:gd name="csX7" fmla="*/ 0 w 330200"/>
                <a:gd name="csY7" fmla="*/ 292100 h 292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30200" h="292100">
                  <a:moveTo>
                    <a:pt x="330200" y="0"/>
                  </a:moveTo>
                  <a:lnTo>
                    <a:pt x="203200" y="127000"/>
                  </a:lnTo>
                  <a:lnTo>
                    <a:pt x="107950" y="76200"/>
                  </a:lnTo>
                  <a:lnTo>
                    <a:pt x="222250" y="215900"/>
                  </a:lnTo>
                  <a:lnTo>
                    <a:pt x="50800" y="120650"/>
                  </a:lnTo>
                  <a:lnTo>
                    <a:pt x="165100" y="273050"/>
                  </a:lnTo>
                  <a:lnTo>
                    <a:pt x="69850" y="215900"/>
                  </a:lnTo>
                  <a:lnTo>
                    <a:pt x="0" y="292100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sysDot"/>
              <a:headEnd type="none" w="sm" len="sm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8A5943B-4D4E-9E6B-D5BD-3DA528D79863}"/>
                </a:ext>
              </a:extLst>
            </p:cNvPr>
            <p:cNvSpPr/>
            <p:nvPr/>
          </p:nvSpPr>
          <p:spPr>
            <a:xfrm>
              <a:off x="6410293" y="2879845"/>
              <a:ext cx="330200" cy="292100"/>
            </a:xfrm>
            <a:custGeom>
              <a:avLst/>
              <a:gdLst>
                <a:gd name="csX0" fmla="*/ 330200 w 330200"/>
                <a:gd name="csY0" fmla="*/ 0 h 292100"/>
                <a:gd name="csX1" fmla="*/ 203200 w 330200"/>
                <a:gd name="csY1" fmla="*/ 127000 h 292100"/>
                <a:gd name="csX2" fmla="*/ 107950 w 330200"/>
                <a:gd name="csY2" fmla="*/ 76200 h 292100"/>
                <a:gd name="csX3" fmla="*/ 222250 w 330200"/>
                <a:gd name="csY3" fmla="*/ 215900 h 292100"/>
                <a:gd name="csX4" fmla="*/ 50800 w 330200"/>
                <a:gd name="csY4" fmla="*/ 120650 h 292100"/>
                <a:gd name="csX5" fmla="*/ 165100 w 330200"/>
                <a:gd name="csY5" fmla="*/ 273050 h 292100"/>
                <a:gd name="csX6" fmla="*/ 69850 w 330200"/>
                <a:gd name="csY6" fmla="*/ 215900 h 292100"/>
                <a:gd name="csX7" fmla="*/ 0 w 330200"/>
                <a:gd name="csY7" fmla="*/ 292100 h 292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30200" h="292100">
                  <a:moveTo>
                    <a:pt x="330200" y="0"/>
                  </a:moveTo>
                  <a:lnTo>
                    <a:pt x="203200" y="127000"/>
                  </a:lnTo>
                  <a:lnTo>
                    <a:pt x="107950" y="76200"/>
                  </a:lnTo>
                  <a:lnTo>
                    <a:pt x="222250" y="215900"/>
                  </a:lnTo>
                  <a:lnTo>
                    <a:pt x="50800" y="120650"/>
                  </a:lnTo>
                  <a:lnTo>
                    <a:pt x="165100" y="273050"/>
                  </a:lnTo>
                  <a:lnTo>
                    <a:pt x="69850" y="215900"/>
                  </a:lnTo>
                  <a:lnTo>
                    <a:pt x="0" y="292100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sysDot"/>
              <a:headEnd type="none" w="sm" len="sm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DF91F40-7417-81BB-244F-E224501D9E03}"/>
                </a:ext>
              </a:extLst>
            </p:cNvPr>
            <p:cNvSpPr/>
            <p:nvPr/>
          </p:nvSpPr>
          <p:spPr>
            <a:xfrm rot="18843190">
              <a:off x="4259272" y="2639979"/>
              <a:ext cx="239205" cy="2415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E39C2BD-DDDE-C74E-59E2-2CF6DC3E7CD3}"/>
                </a:ext>
              </a:extLst>
            </p:cNvPr>
            <p:cNvSpPr/>
            <p:nvPr/>
          </p:nvSpPr>
          <p:spPr>
            <a:xfrm rot="18843190">
              <a:off x="5261814" y="2984636"/>
              <a:ext cx="239205" cy="2415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20007E68-5691-6DC5-64EF-557F3EB34A98}"/>
                </a:ext>
              </a:extLst>
            </p:cNvPr>
            <p:cNvSpPr/>
            <p:nvPr/>
          </p:nvSpPr>
          <p:spPr>
            <a:xfrm>
              <a:off x="6073863" y="3073729"/>
              <a:ext cx="914400" cy="914400"/>
            </a:xfrm>
            <a:prstGeom prst="arc">
              <a:avLst>
                <a:gd name="adj1" fmla="val 10656843"/>
                <a:gd name="adj2" fmla="val 13082697"/>
              </a:avLst>
            </a:prstGeom>
            <a:ln>
              <a:solidFill>
                <a:schemeClr val="tx1"/>
              </a:solidFill>
              <a:prstDash val="dash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C12CE09-BED2-B44B-1012-FB74467FC8B7}"/>
                </a:ext>
              </a:extLst>
            </p:cNvPr>
            <p:cNvSpPr/>
            <p:nvPr/>
          </p:nvSpPr>
          <p:spPr>
            <a:xfrm>
              <a:off x="5890664" y="3275338"/>
              <a:ext cx="241540" cy="2415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sz="1200" dirty="0">
                  <a:solidFill>
                    <a:schemeClr val="tx1"/>
                  </a:solidFill>
                </a:rPr>
                <a:t>θ</a:t>
              </a:r>
              <a:endParaRPr lang="en-IN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C025D676-0A90-6388-3DD1-1E3ED7648AF3}"/>
              </a:ext>
            </a:extLst>
          </p:cNvPr>
          <p:cNvSpPr/>
          <p:nvPr/>
        </p:nvSpPr>
        <p:spPr>
          <a:xfrm>
            <a:off x="4979194" y="2302669"/>
            <a:ext cx="173831" cy="88106"/>
          </a:xfrm>
          <a:custGeom>
            <a:avLst/>
            <a:gdLst>
              <a:gd name="csX0" fmla="*/ 0 w 173831"/>
              <a:gd name="csY0" fmla="*/ 0 h 88106"/>
              <a:gd name="csX1" fmla="*/ 92869 w 173831"/>
              <a:gd name="csY1" fmla="*/ 88106 h 88106"/>
              <a:gd name="csX2" fmla="*/ 173831 w 173831"/>
              <a:gd name="csY2" fmla="*/ 2381 h 88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3831" h="88106">
                <a:moveTo>
                  <a:pt x="0" y="0"/>
                </a:moveTo>
                <a:lnTo>
                  <a:pt x="92869" y="88106"/>
                </a:lnTo>
                <a:lnTo>
                  <a:pt x="173831" y="2381"/>
                </a:lnTo>
              </a:path>
            </a:pathLst>
          </a:cu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C63199D-6528-67A8-B464-40BC995896E7}"/>
              </a:ext>
            </a:extLst>
          </p:cNvPr>
          <p:cNvCxnSpPr>
            <a:stCxn id="4" idx="4"/>
          </p:cNvCxnSpPr>
          <p:nvPr/>
        </p:nvCxnSpPr>
        <p:spPr>
          <a:xfrm>
            <a:off x="3856008" y="3670539"/>
            <a:ext cx="0" cy="5458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C234296-CAEF-884E-8C0B-7F6702E171F0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175849" y="3670539"/>
            <a:ext cx="0" cy="5458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294FEBC-CA9E-3633-4269-7F6470CAE373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6495690" y="3670539"/>
            <a:ext cx="0" cy="5458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BF84198A-601A-FFE6-7B80-BF128AAF4CF3}"/>
              </a:ext>
            </a:extLst>
          </p:cNvPr>
          <p:cNvSpPr/>
          <p:nvPr/>
        </p:nvSpPr>
        <p:spPr>
          <a:xfrm>
            <a:off x="5050329" y="4095630"/>
            <a:ext cx="241540" cy="241539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200" dirty="0">
                <a:solidFill>
                  <a:schemeClr val="tx1"/>
                </a:solidFill>
              </a:rPr>
              <a:t>Σ</a:t>
            </a:r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A34192B-D42C-740C-5A10-621E6AD48E48}"/>
              </a:ext>
            </a:extLst>
          </p:cNvPr>
          <p:cNvCxnSpPr>
            <a:endCxn id="51" idx="2"/>
          </p:cNvCxnSpPr>
          <p:nvPr/>
        </p:nvCxnSpPr>
        <p:spPr>
          <a:xfrm>
            <a:off x="3856008" y="4216400"/>
            <a:ext cx="11943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0426924-E97A-940C-9A19-C99769638C0D}"/>
              </a:ext>
            </a:extLst>
          </p:cNvPr>
          <p:cNvCxnSpPr>
            <a:cxnSpLocks/>
            <a:stCxn id="51" idx="6"/>
          </p:cNvCxnSpPr>
          <p:nvPr/>
        </p:nvCxnSpPr>
        <p:spPr>
          <a:xfrm flipV="1">
            <a:off x="5291869" y="4216399"/>
            <a:ext cx="1203821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6CBB6B6-5564-1B1B-231A-C8EEDC20C382}"/>
              </a:ext>
            </a:extLst>
          </p:cNvPr>
          <p:cNvSpPr/>
          <p:nvPr/>
        </p:nvSpPr>
        <p:spPr>
          <a:xfrm rot="18816126">
            <a:off x="4996694" y="4419388"/>
            <a:ext cx="330200" cy="292100"/>
          </a:xfrm>
          <a:custGeom>
            <a:avLst/>
            <a:gdLst>
              <a:gd name="csX0" fmla="*/ 330200 w 330200"/>
              <a:gd name="csY0" fmla="*/ 0 h 292100"/>
              <a:gd name="csX1" fmla="*/ 203200 w 330200"/>
              <a:gd name="csY1" fmla="*/ 127000 h 292100"/>
              <a:gd name="csX2" fmla="*/ 107950 w 330200"/>
              <a:gd name="csY2" fmla="*/ 76200 h 292100"/>
              <a:gd name="csX3" fmla="*/ 222250 w 330200"/>
              <a:gd name="csY3" fmla="*/ 215900 h 292100"/>
              <a:gd name="csX4" fmla="*/ 50800 w 330200"/>
              <a:gd name="csY4" fmla="*/ 120650 h 292100"/>
              <a:gd name="csX5" fmla="*/ 165100 w 330200"/>
              <a:gd name="csY5" fmla="*/ 273050 h 292100"/>
              <a:gd name="csX6" fmla="*/ 69850 w 330200"/>
              <a:gd name="csY6" fmla="*/ 215900 h 292100"/>
              <a:gd name="csX7" fmla="*/ 0 w 330200"/>
              <a:gd name="csY7" fmla="*/ 292100 h 292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30200" h="292100">
                <a:moveTo>
                  <a:pt x="330200" y="0"/>
                </a:moveTo>
                <a:lnTo>
                  <a:pt x="203200" y="127000"/>
                </a:lnTo>
                <a:lnTo>
                  <a:pt x="107950" y="76200"/>
                </a:lnTo>
                <a:lnTo>
                  <a:pt x="222250" y="215900"/>
                </a:lnTo>
                <a:lnTo>
                  <a:pt x="50800" y="120650"/>
                </a:lnTo>
                <a:lnTo>
                  <a:pt x="165100" y="273050"/>
                </a:lnTo>
                <a:lnTo>
                  <a:pt x="69850" y="215900"/>
                </a:lnTo>
                <a:lnTo>
                  <a:pt x="0" y="292100"/>
                </a:lnTo>
              </a:path>
            </a:pathLst>
          </a:custGeom>
          <a:noFill/>
          <a:ln>
            <a:solidFill>
              <a:schemeClr val="tx1"/>
            </a:solidFill>
            <a:prstDash val="sysDot"/>
            <a:headEnd type="none" w="sm" len="sm"/>
            <a:tail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6D0B3A3-ABDB-6FBC-EE5C-82FC0A77CD94}"/>
              </a:ext>
            </a:extLst>
          </p:cNvPr>
          <p:cNvSpPr/>
          <p:nvPr/>
        </p:nvSpPr>
        <p:spPr>
          <a:xfrm>
            <a:off x="4224392" y="4762259"/>
            <a:ext cx="1820844" cy="2415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Signal recorded by array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5BB73AA5-4603-8EB1-DCB0-2213619B8994}"/>
              </a:ext>
            </a:extLst>
          </p:cNvPr>
          <p:cNvSpPr/>
          <p:nvPr/>
        </p:nvSpPr>
        <p:spPr>
          <a:xfrm>
            <a:off x="2661688" y="3912078"/>
            <a:ext cx="228600" cy="457200"/>
          </a:xfrm>
          <a:custGeom>
            <a:avLst/>
            <a:gdLst>
              <a:gd name="csX0" fmla="*/ 0 w 228600"/>
              <a:gd name="csY0" fmla="*/ 247650 h 457200"/>
              <a:gd name="csX1" fmla="*/ 69850 w 228600"/>
              <a:gd name="csY1" fmla="*/ 0 h 457200"/>
              <a:gd name="csX2" fmla="*/ 171450 w 228600"/>
              <a:gd name="csY2" fmla="*/ 457200 h 457200"/>
              <a:gd name="csX3" fmla="*/ 228600 w 228600"/>
              <a:gd name="csY3" fmla="*/ 22225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8600" h="457200">
                <a:moveTo>
                  <a:pt x="0" y="247650"/>
                </a:moveTo>
                <a:lnTo>
                  <a:pt x="69850" y="0"/>
                </a:lnTo>
                <a:lnTo>
                  <a:pt x="171450" y="457200"/>
                </a:lnTo>
                <a:lnTo>
                  <a:pt x="228600" y="22225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388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F0038-E185-6B12-00C5-31BD46C21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CA44BB0-64D0-E144-CE25-0042DC9327AC}"/>
              </a:ext>
            </a:extLst>
          </p:cNvPr>
          <p:cNvSpPr/>
          <p:nvPr/>
        </p:nvSpPr>
        <p:spPr>
          <a:xfrm rot="2643190">
            <a:off x="5431213" y="2066369"/>
            <a:ext cx="1820844" cy="2415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Oncoming wavefront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79BD6E0-8F81-2610-79BA-C3CEC8B3C0C4}"/>
              </a:ext>
            </a:extLst>
          </p:cNvPr>
          <p:cNvGrpSpPr/>
          <p:nvPr/>
        </p:nvGrpSpPr>
        <p:grpSpPr>
          <a:xfrm>
            <a:off x="3735238" y="1657410"/>
            <a:ext cx="3253025" cy="2330719"/>
            <a:chOff x="3735238" y="1657410"/>
            <a:chExt cx="3253025" cy="233071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52AA04D-E7D5-A288-942E-66C6152F449F}"/>
                </a:ext>
              </a:extLst>
            </p:cNvPr>
            <p:cNvSpPr/>
            <p:nvPr/>
          </p:nvSpPr>
          <p:spPr>
            <a:xfrm>
              <a:off x="3735238" y="3429000"/>
              <a:ext cx="241540" cy="241539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5E8B14C-CB0F-6B76-9B41-32C39E0763EF}"/>
                </a:ext>
              </a:extLst>
            </p:cNvPr>
            <p:cNvSpPr/>
            <p:nvPr/>
          </p:nvSpPr>
          <p:spPr>
            <a:xfrm>
              <a:off x="5055079" y="3429000"/>
              <a:ext cx="241540" cy="241539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C895BF2-63C9-017F-A7A1-BBCB676FE159}"/>
                </a:ext>
              </a:extLst>
            </p:cNvPr>
            <p:cNvSpPr/>
            <p:nvPr/>
          </p:nvSpPr>
          <p:spPr>
            <a:xfrm>
              <a:off x="6374920" y="3429000"/>
              <a:ext cx="241540" cy="241539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7A33493-8D37-9095-54D9-347CEECBB6C1}"/>
                </a:ext>
              </a:extLst>
            </p:cNvPr>
            <p:cNvCxnSpPr>
              <a:stCxn id="4" idx="6"/>
              <a:endCxn id="5" idx="2"/>
            </p:cNvCxnSpPr>
            <p:nvPr/>
          </p:nvCxnSpPr>
          <p:spPr>
            <a:xfrm>
              <a:off x="3976778" y="3549770"/>
              <a:ext cx="1078301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4757CE7-1BA5-F33D-3A37-2F19EE1A377E}"/>
                </a:ext>
              </a:extLst>
            </p:cNvPr>
            <p:cNvCxnSpPr>
              <a:cxnSpLocks/>
              <a:stCxn id="5" idx="6"/>
              <a:endCxn id="6" idx="2"/>
            </p:cNvCxnSpPr>
            <p:nvPr/>
          </p:nvCxnSpPr>
          <p:spPr>
            <a:xfrm>
              <a:off x="5296619" y="3549770"/>
              <a:ext cx="1078301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9FF82A8-2279-921C-BBED-563FE8A48ACD}"/>
                </a:ext>
              </a:extLst>
            </p:cNvPr>
            <p:cNvSpPr/>
            <p:nvPr/>
          </p:nvSpPr>
          <p:spPr>
            <a:xfrm>
              <a:off x="4235736" y="3587294"/>
              <a:ext cx="582284" cy="2415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d/2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9E1FF52-DB1B-ADD0-7E17-1B1FED5CDC0C}"/>
                </a:ext>
              </a:extLst>
            </p:cNvPr>
            <p:cNvSpPr/>
            <p:nvPr/>
          </p:nvSpPr>
          <p:spPr>
            <a:xfrm>
              <a:off x="5555577" y="3587294"/>
              <a:ext cx="582284" cy="2415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d/2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AFC8BC1-847C-76FF-222B-07D10801B7C1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 flipH="1" flipV="1">
              <a:off x="4758562" y="1930400"/>
              <a:ext cx="1651731" cy="153397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E5311A2-367B-4188-01A1-17639EB18E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5979" y="2213224"/>
              <a:ext cx="1129100" cy="121577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CCE6B79-0D85-D6D4-36A4-9549BFC03C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3654" y="2879785"/>
              <a:ext cx="524895" cy="56518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0C91478-4C1E-CE65-E652-EA67A171EC12}"/>
                </a:ext>
              </a:extLst>
            </p:cNvPr>
            <p:cNvSpPr/>
            <p:nvPr/>
          </p:nvSpPr>
          <p:spPr>
            <a:xfrm>
              <a:off x="5171099" y="1657410"/>
              <a:ext cx="330200" cy="292100"/>
            </a:xfrm>
            <a:custGeom>
              <a:avLst/>
              <a:gdLst>
                <a:gd name="csX0" fmla="*/ 330200 w 330200"/>
                <a:gd name="csY0" fmla="*/ 0 h 292100"/>
                <a:gd name="csX1" fmla="*/ 203200 w 330200"/>
                <a:gd name="csY1" fmla="*/ 127000 h 292100"/>
                <a:gd name="csX2" fmla="*/ 107950 w 330200"/>
                <a:gd name="csY2" fmla="*/ 76200 h 292100"/>
                <a:gd name="csX3" fmla="*/ 222250 w 330200"/>
                <a:gd name="csY3" fmla="*/ 215900 h 292100"/>
                <a:gd name="csX4" fmla="*/ 50800 w 330200"/>
                <a:gd name="csY4" fmla="*/ 120650 h 292100"/>
                <a:gd name="csX5" fmla="*/ 165100 w 330200"/>
                <a:gd name="csY5" fmla="*/ 273050 h 292100"/>
                <a:gd name="csX6" fmla="*/ 69850 w 330200"/>
                <a:gd name="csY6" fmla="*/ 215900 h 292100"/>
                <a:gd name="csX7" fmla="*/ 0 w 330200"/>
                <a:gd name="csY7" fmla="*/ 292100 h 292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30200" h="292100">
                  <a:moveTo>
                    <a:pt x="330200" y="0"/>
                  </a:moveTo>
                  <a:lnTo>
                    <a:pt x="203200" y="127000"/>
                  </a:lnTo>
                  <a:lnTo>
                    <a:pt x="107950" y="76200"/>
                  </a:lnTo>
                  <a:lnTo>
                    <a:pt x="222250" y="215900"/>
                  </a:lnTo>
                  <a:lnTo>
                    <a:pt x="50800" y="120650"/>
                  </a:lnTo>
                  <a:lnTo>
                    <a:pt x="165100" y="273050"/>
                  </a:lnTo>
                  <a:lnTo>
                    <a:pt x="69850" y="215900"/>
                  </a:lnTo>
                  <a:lnTo>
                    <a:pt x="0" y="292100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sysDot"/>
              <a:headEnd type="none" w="sm" len="sm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6670F5D-7A33-0167-871D-751D2F9149B9}"/>
                </a:ext>
              </a:extLst>
            </p:cNvPr>
            <p:cNvSpPr/>
            <p:nvPr/>
          </p:nvSpPr>
          <p:spPr>
            <a:xfrm>
              <a:off x="5390457" y="1863844"/>
              <a:ext cx="330200" cy="292100"/>
            </a:xfrm>
            <a:custGeom>
              <a:avLst/>
              <a:gdLst>
                <a:gd name="csX0" fmla="*/ 330200 w 330200"/>
                <a:gd name="csY0" fmla="*/ 0 h 292100"/>
                <a:gd name="csX1" fmla="*/ 203200 w 330200"/>
                <a:gd name="csY1" fmla="*/ 127000 h 292100"/>
                <a:gd name="csX2" fmla="*/ 107950 w 330200"/>
                <a:gd name="csY2" fmla="*/ 76200 h 292100"/>
                <a:gd name="csX3" fmla="*/ 222250 w 330200"/>
                <a:gd name="csY3" fmla="*/ 215900 h 292100"/>
                <a:gd name="csX4" fmla="*/ 50800 w 330200"/>
                <a:gd name="csY4" fmla="*/ 120650 h 292100"/>
                <a:gd name="csX5" fmla="*/ 165100 w 330200"/>
                <a:gd name="csY5" fmla="*/ 273050 h 292100"/>
                <a:gd name="csX6" fmla="*/ 69850 w 330200"/>
                <a:gd name="csY6" fmla="*/ 215900 h 292100"/>
                <a:gd name="csX7" fmla="*/ 0 w 330200"/>
                <a:gd name="csY7" fmla="*/ 292100 h 292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30200" h="292100">
                  <a:moveTo>
                    <a:pt x="330200" y="0"/>
                  </a:moveTo>
                  <a:lnTo>
                    <a:pt x="203200" y="127000"/>
                  </a:lnTo>
                  <a:lnTo>
                    <a:pt x="107950" y="76200"/>
                  </a:lnTo>
                  <a:lnTo>
                    <a:pt x="222250" y="215900"/>
                  </a:lnTo>
                  <a:lnTo>
                    <a:pt x="50800" y="120650"/>
                  </a:lnTo>
                  <a:lnTo>
                    <a:pt x="165100" y="273050"/>
                  </a:lnTo>
                  <a:lnTo>
                    <a:pt x="69850" y="215900"/>
                  </a:lnTo>
                  <a:lnTo>
                    <a:pt x="0" y="292100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sysDot"/>
              <a:headEnd type="none" w="sm" len="sm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C96CB62-0EC0-E3F7-6FF5-C1BB4C2E19DB}"/>
                </a:ext>
              </a:extLst>
            </p:cNvPr>
            <p:cNvSpPr/>
            <p:nvPr/>
          </p:nvSpPr>
          <p:spPr>
            <a:xfrm>
              <a:off x="5619176" y="2067234"/>
              <a:ext cx="330200" cy="292100"/>
            </a:xfrm>
            <a:custGeom>
              <a:avLst/>
              <a:gdLst>
                <a:gd name="csX0" fmla="*/ 330200 w 330200"/>
                <a:gd name="csY0" fmla="*/ 0 h 292100"/>
                <a:gd name="csX1" fmla="*/ 203200 w 330200"/>
                <a:gd name="csY1" fmla="*/ 127000 h 292100"/>
                <a:gd name="csX2" fmla="*/ 107950 w 330200"/>
                <a:gd name="csY2" fmla="*/ 76200 h 292100"/>
                <a:gd name="csX3" fmla="*/ 222250 w 330200"/>
                <a:gd name="csY3" fmla="*/ 215900 h 292100"/>
                <a:gd name="csX4" fmla="*/ 50800 w 330200"/>
                <a:gd name="csY4" fmla="*/ 120650 h 292100"/>
                <a:gd name="csX5" fmla="*/ 165100 w 330200"/>
                <a:gd name="csY5" fmla="*/ 273050 h 292100"/>
                <a:gd name="csX6" fmla="*/ 69850 w 330200"/>
                <a:gd name="csY6" fmla="*/ 215900 h 292100"/>
                <a:gd name="csX7" fmla="*/ 0 w 330200"/>
                <a:gd name="csY7" fmla="*/ 292100 h 292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30200" h="292100">
                  <a:moveTo>
                    <a:pt x="330200" y="0"/>
                  </a:moveTo>
                  <a:lnTo>
                    <a:pt x="203200" y="127000"/>
                  </a:lnTo>
                  <a:lnTo>
                    <a:pt x="107950" y="76200"/>
                  </a:lnTo>
                  <a:lnTo>
                    <a:pt x="222250" y="215900"/>
                  </a:lnTo>
                  <a:lnTo>
                    <a:pt x="50800" y="120650"/>
                  </a:lnTo>
                  <a:lnTo>
                    <a:pt x="165100" y="273050"/>
                  </a:lnTo>
                  <a:lnTo>
                    <a:pt x="69850" y="215900"/>
                  </a:lnTo>
                  <a:lnTo>
                    <a:pt x="0" y="292100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sysDot"/>
              <a:headEnd type="none" w="sm" len="sm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1A4E0FB-49FD-FBD9-ABE4-156D9AB1DCE8}"/>
                </a:ext>
              </a:extLst>
            </p:cNvPr>
            <p:cNvSpPr/>
            <p:nvPr/>
          </p:nvSpPr>
          <p:spPr>
            <a:xfrm>
              <a:off x="5826072" y="2279900"/>
              <a:ext cx="330200" cy="292100"/>
            </a:xfrm>
            <a:custGeom>
              <a:avLst/>
              <a:gdLst>
                <a:gd name="csX0" fmla="*/ 330200 w 330200"/>
                <a:gd name="csY0" fmla="*/ 0 h 292100"/>
                <a:gd name="csX1" fmla="*/ 203200 w 330200"/>
                <a:gd name="csY1" fmla="*/ 127000 h 292100"/>
                <a:gd name="csX2" fmla="*/ 107950 w 330200"/>
                <a:gd name="csY2" fmla="*/ 76200 h 292100"/>
                <a:gd name="csX3" fmla="*/ 222250 w 330200"/>
                <a:gd name="csY3" fmla="*/ 215900 h 292100"/>
                <a:gd name="csX4" fmla="*/ 50800 w 330200"/>
                <a:gd name="csY4" fmla="*/ 120650 h 292100"/>
                <a:gd name="csX5" fmla="*/ 165100 w 330200"/>
                <a:gd name="csY5" fmla="*/ 273050 h 292100"/>
                <a:gd name="csX6" fmla="*/ 69850 w 330200"/>
                <a:gd name="csY6" fmla="*/ 215900 h 292100"/>
                <a:gd name="csX7" fmla="*/ 0 w 330200"/>
                <a:gd name="csY7" fmla="*/ 292100 h 292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30200" h="292100">
                  <a:moveTo>
                    <a:pt x="330200" y="0"/>
                  </a:moveTo>
                  <a:lnTo>
                    <a:pt x="203200" y="127000"/>
                  </a:lnTo>
                  <a:lnTo>
                    <a:pt x="107950" y="76200"/>
                  </a:lnTo>
                  <a:lnTo>
                    <a:pt x="222250" y="215900"/>
                  </a:lnTo>
                  <a:lnTo>
                    <a:pt x="50800" y="120650"/>
                  </a:lnTo>
                  <a:lnTo>
                    <a:pt x="165100" y="273050"/>
                  </a:lnTo>
                  <a:lnTo>
                    <a:pt x="69850" y="215900"/>
                  </a:lnTo>
                  <a:lnTo>
                    <a:pt x="0" y="292100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sysDot"/>
              <a:headEnd type="none" w="sm" len="sm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50A2744-E6E5-67C3-577C-664267AA8D5B}"/>
                </a:ext>
              </a:extLst>
            </p:cNvPr>
            <p:cNvSpPr/>
            <p:nvPr/>
          </p:nvSpPr>
          <p:spPr>
            <a:xfrm>
              <a:off x="6011434" y="2468649"/>
              <a:ext cx="330200" cy="292100"/>
            </a:xfrm>
            <a:custGeom>
              <a:avLst/>
              <a:gdLst>
                <a:gd name="csX0" fmla="*/ 330200 w 330200"/>
                <a:gd name="csY0" fmla="*/ 0 h 292100"/>
                <a:gd name="csX1" fmla="*/ 203200 w 330200"/>
                <a:gd name="csY1" fmla="*/ 127000 h 292100"/>
                <a:gd name="csX2" fmla="*/ 107950 w 330200"/>
                <a:gd name="csY2" fmla="*/ 76200 h 292100"/>
                <a:gd name="csX3" fmla="*/ 222250 w 330200"/>
                <a:gd name="csY3" fmla="*/ 215900 h 292100"/>
                <a:gd name="csX4" fmla="*/ 50800 w 330200"/>
                <a:gd name="csY4" fmla="*/ 120650 h 292100"/>
                <a:gd name="csX5" fmla="*/ 165100 w 330200"/>
                <a:gd name="csY5" fmla="*/ 273050 h 292100"/>
                <a:gd name="csX6" fmla="*/ 69850 w 330200"/>
                <a:gd name="csY6" fmla="*/ 215900 h 292100"/>
                <a:gd name="csX7" fmla="*/ 0 w 330200"/>
                <a:gd name="csY7" fmla="*/ 292100 h 292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30200" h="292100">
                  <a:moveTo>
                    <a:pt x="330200" y="0"/>
                  </a:moveTo>
                  <a:lnTo>
                    <a:pt x="203200" y="127000"/>
                  </a:lnTo>
                  <a:lnTo>
                    <a:pt x="107950" y="76200"/>
                  </a:lnTo>
                  <a:lnTo>
                    <a:pt x="222250" y="215900"/>
                  </a:lnTo>
                  <a:lnTo>
                    <a:pt x="50800" y="120650"/>
                  </a:lnTo>
                  <a:lnTo>
                    <a:pt x="165100" y="273050"/>
                  </a:lnTo>
                  <a:lnTo>
                    <a:pt x="69850" y="215900"/>
                  </a:lnTo>
                  <a:lnTo>
                    <a:pt x="0" y="292100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sysDot"/>
              <a:headEnd type="none" w="sm" len="sm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6E43F9B-CB78-D663-DE68-599CE2E25E6A}"/>
                </a:ext>
              </a:extLst>
            </p:cNvPr>
            <p:cNvSpPr/>
            <p:nvPr/>
          </p:nvSpPr>
          <p:spPr>
            <a:xfrm>
              <a:off x="6209292" y="2674441"/>
              <a:ext cx="330200" cy="292100"/>
            </a:xfrm>
            <a:custGeom>
              <a:avLst/>
              <a:gdLst>
                <a:gd name="csX0" fmla="*/ 330200 w 330200"/>
                <a:gd name="csY0" fmla="*/ 0 h 292100"/>
                <a:gd name="csX1" fmla="*/ 203200 w 330200"/>
                <a:gd name="csY1" fmla="*/ 127000 h 292100"/>
                <a:gd name="csX2" fmla="*/ 107950 w 330200"/>
                <a:gd name="csY2" fmla="*/ 76200 h 292100"/>
                <a:gd name="csX3" fmla="*/ 222250 w 330200"/>
                <a:gd name="csY3" fmla="*/ 215900 h 292100"/>
                <a:gd name="csX4" fmla="*/ 50800 w 330200"/>
                <a:gd name="csY4" fmla="*/ 120650 h 292100"/>
                <a:gd name="csX5" fmla="*/ 165100 w 330200"/>
                <a:gd name="csY5" fmla="*/ 273050 h 292100"/>
                <a:gd name="csX6" fmla="*/ 69850 w 330200"/>
                <a:gd name="csY6" fmla="*/ 215900 h 292100"/>
                <a:gd name="csX7" fmla="*/ 0 w 330200"/>
                <a:gd name="csY7" fmla="*/ 292100 h 292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30200" h="292100">
                  <a:moveTo>
                    <a:pt x="330200" y="0"/>
                  </a:moveTo>
                  <a:lnTo>
                    <a:pt x="203200" y="127000"/>
                  </a:lnTo>
                  <a:lnTo>
                    <a:pt x="107950" y="76200"/>
                  </a:lnTo>
                  <a:lnTo>
                    <a:pt x="222250" y="215900"/>
                  </a:lnTo>
                  <a:lnTo>
                    <a:pt x="50800" y="120650"/>
                  </a:lnTo>
                  <a:lnTo>
                    <a:pt x="165100" y="273050"/>
                  </a:lnTo>
                  <a:lnTo>
                    <a:pt x="69850" y="215900"/>
                  </a:lnTo>
                  <a:lnTo>
                    <a:pt x="0" y="292100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sysDot"/>
              <a:headEnd type="none" w="sm" len="sm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ABF67BA-0A4F-2043-53AC-8CE0C1DE7B92}"/>
                </a:ext>
              </a:extLst>
            </p:cNvPr>
            <p:cNvSpPr/>
            <p:nvPr/>
          </p:nvSpPr>
          <p:spPr>
            <a:xfrm>
              <a:off x="6410293" y="2879845"/>
              <a:ext cx="330200" cy="292100"/>
            </a:xfrm>
            <a:custGeom>
              <a:avLst/>
              <a:gdLst>
                <a:gd name="csX0" fmla="*/ 330200 w 330200"/>
                <a:gd name="csY0" fmla="*/ 0 h 292100"/>
                <a:gd name="csX1" fmla="*/ 203200 w 330200"/>
                <a:gd name="csY1" fmla="*/ 127000 h 292100"/>
                <a:gd name="csX2" fmla="*/ 107950 w 330200"/>
                <a:gd name="csY2" fmla="*/ 76200 h 292100"/>
                <a:gd name="csX3" fmla="*/ 222250 w 330200"/>
                <a:gd name="csY3" fmla="*/ 215900 h 292100"/>
                <a:gd name="csX4" fmla="*/ 50800 w 330200"/>
                <a:gd name="csY4" fmla="*/ 120650 h 292100"/>
                <a:gd name="csX5" fmla="*/ 165100 w 330200"/>
                <a:gd name="csY5" fmla="*/ 273050 h 292100"/>
                <a:gd name="csX6" fmla="*/ 69850 w 330200"/>
                <a:gd name="csY6" fmla="*/ 215900 h 292100"/>
                <a:gd name="csX7" fmla="*/ 0 w 330200"/>
                <a:gd name="csY7" fmla="*/ 292100 h 292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30200" h="292100">
                  <a:moveTo>
                    <a:pt x="330200" y="0"/>
                  </a:moveTo>
                  <a:lnTo>
                    <a:pt x="203200" y="127000"/>
                  </a:lnTo>
                  <a:lnTo>
                    <a:pt x="107950" y="76200"/>
                  </a:lnTo>
                  <a:lnTo>
                    <a:pt x="222250" y="215900"/>
                  </a:lnTo>
                  <a:lnTo>
                    <a:pt x="50800" y="120650"/>
                  </a:lnTo>
                  <a:lnTo>
                    <a:pt x="165100" y="273050"/>
                  </a:lnTo>
                  <a:lnTo>
                    <a:pt x="69850" y="215900"/>
                  </a:lnTo>
                  <a:lnTo>
                    <a:pt x="0" y="292100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sysDot"/>
              <a:headEnd type="none" w="sm" len="sm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DA4D9CF-B57A-3857-A83B-3DED2108CF8D}"/>
                </a:ext>
              </a:extLst>
            </p:cNvPr>
            <p:cNvSpPr/>
            <p:nvPr/>
          </p:nvSpPr>
          <p:spPr>
            <a:xfrm rot="18843190">
              <a:off x="4259272" y="2639979"/>
              <a:ext cx="239205" cy="2415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EE86A49-B648-79AB-A0BA-DCCB604732DA}"/>
                </a:ext>
              </a:extLst>
            </p:cNvPr>
            <p:cNvSpPr/>
            <p:nvPr/>
          </p:nvSpPr>
          <p:spPr>
            <a:xfrm rot="18843190">
              <a:off x="5261814" y="2984636"/>
              <a:ext cx="239205" cy="2415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7AF2FD93-BE7F-909E-7D39-32A6263E2877}"/>
                </a:ext>
              </a:extLst>
            </p:cNvPr>
            <p:cNvSpPr/>
            <p:nvPr/>
          </p:nvSpPr>
          <p:spPr>
            <a:xfrm>
              <a:off x="6073863" y="3073729"/>
              <a:ext cx="914400" cy="914400"/>
            </a:xfrm>
            <a:prstGeom prst="arc">
              <a:avLst>
                <a:gd name="adj1" fmla="val 10656843"/>
                <a:gd name="adj2" fmla="val 13082697"/>
              </a:avLst>
            </a:prstGeom>
            <a:ln>
              <a:solidFill>
                <a:schemeClr val="tx1"/>
              </a:solidFill>
              <a:prstDash val="dash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D7150CF-BF4F-47D6-9FC0-AB2E722388B8}"/>
                </a:ext>
              </a:extLst>
            </p:cNvPr>
            <p:cNvSpPr/>
            <p:nvPr/>
          </p:nvSpPr>
          <p:spPr>
            <a:xfrm>
              <a:off x="5890664" y="3275338"/>
              <a:ext cx="241540" cy="24153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sz="1200" dirty="0">
                  <a:solidFill>
                    <a:schemeClr val="tx1"/>
                  </a:solidFill>
                </a:rPr>
                <a:t>θ</a:t>
              </a:r>
              <a:endParaRPr lang="en-IN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66DFD18-EFC2-3916-C079-B0809525FF0A}"/>
              </a:ext>
            </a:extLst>
          </p:cNvPr>
          <p:cNvSpPr/>
          <p:nvPr/>
        </p:nvSpPr>
        <p:spPr>
          <a:xfrm>
            <a:off x="4979194" y="2302669"/>
            <a:ext cx="173831" cy="88106"/>
          </a:xfrm>
          <a:custGeom>
            <a:avLst/>
            <a:gdLst>
              <a:gd name="csX0" fmla="*/ 0 w 173831"/>
              <a:gd name="csY0" fmla="*/ 0 h 88106"/>
              <a:gd name="csX1" fmla="*/ 92869 w 173831"/>
              <a:gd name="csY1" fmla="*/ 88106 h 88106"/>
              <a:gd name="csX2" fmla="*/ 173831 w 173831"/>
              <a:gd name="csY2" fmla="*/ 2381 h 88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3831" h="88106">
                <a:moveTo>
                  <a:pt x="0" y="0"/>
                </a:moveTo>
                <a:lnTo>
                  <a:pt x="92869" y="88106"/>
                </a:lnTo>
                <a:lnTo>
                  <a:pt x="173831" y="2381"/>
                </a:lnTo>
              </a:path>
            </a:pathLst>
          </a:cu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13BEF31-E36C-7E44-25D6-9C99504796AB}"/>
              </a:ext>
            </a:extLst>
          </p:cNvPr>
          <p:cNvCxnSpPr>
            <a:cxnSpLocks/>
          </p:cNvCxnSpPr>
          <p:nvPr/>
        </p:nvCxnSpPr>
        <p:spPr>
          <a:xfrm>
            <a:off x="3852892" y="5338961"/>
            <a:ext cx="0" cy="4717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BB15065-4F0C-CA31-DC83-323EF75CC4F5}"/>
              </a:ext>
            </a:extLst>
          </p:cNvPr>
          <p:cNvCxnSpPr>
            <a:cxnSpLocks/>
            <a:stCxn id="55" idx="2"/>
          </p:cNvCxnSpPr>
          <p:nvPr/>
        </p:nvCxnSpPr>
        <p:spPr>
          <a:xfrm flipH="1">
            <a:off x="5172733" y="5338961"/>
            <a:ext cx="0" cy="4717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339763D-0275-6015-C30E-E8FDF139C4F3}"/>
              </a:ext>
            </a:extLst>
          </p:cNvPr>
          <p:cNvCxnSpPr>
            <a:cxnSpLocks/>
          </p:cNvCxnSpPr>
          <p:nvPr/>
        </p:nvCxnSpPr>
        <p:spPr>
          <a:xfrm>
            <a:off x="6492574" y="5338961"/>
            <a:ext cx="0" cy="4717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97E617CB-A5E0-EE8F-8CB4-3ED14C62BED0}"/>
              </a:ext>
            </a:extLst>
          </p:cNvPr>
          <p:cNvSpPr/>
          <p:nvPr/>
        </p:nvSpPr>
        <p:spPr>
          <a:xfrm>
            <a:off x="5047213" y="5689959"/>
            <a:ext cx="241540" cy="241539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200" dirty="0">
                <a:solidFill>
                  <a:schemeClr val="tx1"/>
                </a:solidFill>
              </a:rPr>
              <a:t>Σ</a:t>
            </a:r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9C8D95F-0FFF-55C0-C338-0E69FD6A98E7}"/>
              </a:ext>
            </a:extLst>
          </p:cNvPr>
          <p:cNvCxnSpPr>
            <a:endCxn id="51" idx="2"/>
          </p:cNvCxnSpPr>
          <p:nvPr/>
        </p:nvCxnSpPr>
        <p:spPr>
          <a:xfrm>
            <a:off x="3852892" y="5810729"/>
            <a:ext cx="11943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EEEA5C0-A5B5-E069-B132-8855D910BC1F}"/>
              </a:ext>
            </a:extLst>
          </p:cNvPr>
          <p:cNvCxnSpPr>
            <a:cxnSpLocks/>
            <a:stCxn id="51" idx="6"/>
          </p:cNvCxnSpPr>
          <p:nvPr/>
        </p:nvCxnSpPr>
        <p:spPr>
          <a:xfrm flipV="1">
            <a:off x="5288753" y="5810728"/>
            <a:ext cx="1203821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888E934D-855A-CD7A-A673-5CC57A670137}"/>
              </a:ext>
            </a:extLst>
          </p:cNvPr>
          <p:cNvSpPr/>
          <p:nvPr/>
        </p:nvSpPr>
        <p:spPr>
          <a:xfrm rot="18816126">
            <a:off x="4993578" y="6013717"/>
            <a:ext cx="330200" cy="292100"/>
          </a:xfrm>
          <a:custGeom>
            <a:avLst/>
            <a:gdLst>
              <a:gd name="csX0" fmla="*/ 330200 w 330200"/>
              <a:gd name="csY0" fmla="*/ 0 h 292100"/>
              <a:gd name="csX1" fmla="*/ 203200 w 330200"/>
              <a:gd name="csY1" fmla="*/ 127000 h 292100"/>
              <a:gd name="csX2" fmla="*/ 107950 w 330200"/>
              <a:gd name="csY2" fmla="*/ 76200 h 292100"/>
              <a:gd name="csX3" fmla="*/ 222250 w 330200"/>
              <a:gd name="csY3" fmla="*/ 215900 h 292100"/>
              <a:gd name="csX4" fmla="*/ 50800 w 330200"/>
              <a:gd name="csY4" fmla="*/ 120650 h 292100"/>
              <a:gd name="csX5" fmla="*/ 165100 w 330200"/>
              <a:gd name="csY5" fmla="*/ 273050 h 292100"/>
              <a:gd name="csX6" fmla="*/ 69850 w 330200"/>
              <a:gd name="csY6" fmla="*/ 215900 h 292100"/>
              <a:gd name="csX7" fmla="*/ 0 w 330200"/>
              <a:gd name="csY7" fmla="*/ 292100 h 292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30200" h="292100">
                <a:moveTo>
                  <a:pt x="330200" y="0"/>
                </a:moveTo>
                <a:lnTo>
                  <a:pt x="203200" y="127000"/>
                </a:lnTo>
                <a:lnTo>
                  <a:pt x="107950" y="76200"/>
                </a:lnTo>
                <a:lnTo>
                  <a:pt x="222250" y="215900"/>
                </a:lnTo>
                <a:lnTo>
                  <a:pt x="50800" y="120650"/>
                </a:lnTo>
                <a:lnTo>
                  <a:pt x="165100" y="273050"/>
                </a:lnTo>
                <a:lnTo>
                  <a:pt x="69850" y="215900"/>
                </a:lnTo>
                <a:lnTo>
                  <a:pt x="0" y="292100"/>
                </a:lnTo>
              </a:path>
            </a:pathLst>
          </a:custGeom>
          <a:noFill/>
          <a:ln>
            <a:solidFill>
              <a:schemeClr val="tx1"/>
            </a:solidFill>
            <a:prstDash val="sysDot"/>
            <a:headEnd type="none" w="sm" len="sm"/>
            <a:tail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6A3F934-0821-C4DC-A053-D98605293EDB}"/>
              </a:ext>
            </a:extLst>
          </p:cNvPr>
          <p:cNvSpPr/>
          <p:nvPr/>
        </p:nvSpPr>
        <p:spPr>
          <a:xfrm>
            <a:off x="1787856" y="3999417"/>
            <a:ext cx="1820844" cy="2415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Out-of-phase</a:t>
            </a:r>
            <a:r>
              <a:rPr lang="en-IN" sz="1200" dirty="0">
                <a:solidFill>
                  <a:schemeClr val="tx1"/>
                </a:solidFill>
              </a:rPr>
              <a:t> signals recorded by mics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509C6C3E-C869-65F7-D7C8-56AAD8AB8E0A}"/>
              </a:ext>
            </a:extLst>
          </p:cNvPr>
          <p:cNvSpPr/>
          <p:nvPr/>
        </p:nvSpPr>
        <p:spPr>
          <a:xfrm>
            <a:off x="6339112" y="3882969"/>
            <a:ext cx="228600" cy="457200"/>
          </a:xfrm>
          <a:custGeom>
            <a:avLst/>
            <a:gdLst>
              <a:gd name="csX0" fmla="*/ 0 w 228600"/>
              <a:gd name="csY0" fmla="*/ 247650 h 457200"/>
              <a:gd name="csX1" fmla="*/ 69850 w 228600"/>
              <a:gd name="csY1" fmla="*/ 0 h 457200"/>
              <a:gd name="csX2" fmla="*/ 171450 w 228600"/>
              <a:gd name="csY2" fmla="*/ 457200 h 457200"/>
              <a:gd name="csX3" fmla="*/ 228600 w 228600"/>
              <a:gd name="csY3" fmla="*/ 22225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8600" h="457200">
                <a:moveTo>
                  <a:pt x="0" y="247650"/>
                </a:moveTo>
                <a:lnTo>
                  <a:pt x="69850" y="0"/>
                </a:lnTo>
                <a:lnTo>
                  <a:pt x="171450" y="457200"/>
                </a:lnTo>
                <a:lnTo>
                  <a:pt x="228600" y="222250"/>
                </a:lnTo>
              </a:path>
            </a:pathLst>
          </a:custGeom>
          <a:noFill/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F3B4DFB-28A8-2B59-1D7E-B1C5C93CB348}"/>
              </a:ext>
            </a:extLst>
          </p:cNvPr>
          <p:cNvCxnSpPr>
            <a:cxnSpLocks/>
          </p:cNvCxnSpPr>
          <p:nvPr/>
        </p:nvCxnSpPr>
        <p:spPr>
          <a:xfrm>
            <a:off x="6715317" y="4109188"/>
            <a:ext cx="147605" cy="0"/>
          </a:xfrm>
          <a:prstGeom prst="line">
            <a:avLst/>
          </a:prstGeom>
          <a:ln w="9525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C45032-8E85-B48C-E67E-4ACF9A5F9EB7}"/>
              </a:ext>
            </a:extLst>
          </p:cNvPr>
          <p:cNvCxnSpPr>
            <a:cxnSpLocks/>
          </p:cNvCxnSpPr>
          <p:nvPr/>
        </p:nvCxnSpPr>
        <p:spPr>
          <a:xfrm>
            <a:off x="6567712" y="4109188"/>
            <a:ext cx="147605" cy="0"/>
          </a:xfrm>
          <a:prstGeom prst="line">
            <a:avLst/>
          </a:prstGeom>
          <a:ln w="9525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44F0276-DCB9-A132-70C6-70DD6FCDF578}"/>
              </a:ext>
            </a:extLst>
          </p:cNvPr>
          <p:cNvSpPr/>
          <p:nvPr/>
        </p:nvSpPr>
        <p:spPr>
          <a:xfrm>
            <a:off x="5087427" y="3872537"/>
            <a:ext cx="228600" cy="457200"/>
          </a:xfrm>
          <a:custGeom>
            <a:avLst/>
            <a:gdLst>
              <a:gd name="csX0" fmla="*/ 0 w 228600"/>
              <a:gd name="csY0" fmla="*/ 247650 h 457200"/>
              <a:gd name="csX1" fmla="*/ 69850 w 228600"/>
              <a:gd name="csY1" fmla="*/ 0 h 457200"/>
              <a:gd name="csX2" fmla="*/ 171450 w 228600"/>
              <a:gd name="csY2" fmla="*/ 457200 h 457200"/>
              <a:gd name="csX3" fmla="*/ 228600 w 228600"/>
              <a:gd name="csY3" fmla="*/ 22225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8600" h="457200">
                <a:moveTo>
                  <a:pt x="0" y="247650"/>
                </a:moveTo>
                <a:lnTo>
                  <a:pt x="69850" y="0"/>
                </a:lnTo>
                <a:lnTo>
                  <a:pt x="171450" y="457200"/>
                </a:lnTo>
                <a:lnTo>
                  <a:pt x="228600" y="222250"/>
                </a:lnTo>
              </a:path>
            </a:pathLst>
          </a:custGeom>
          <a:noFill/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E07E0B3-60AB-CDAD-B5A3-8ADC2097038D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4939822" y="4120187"/>
            <a:ext cx="147605" cy="0"/>
          </a:xfrm>
          <a:prstGeom prst="line">
            <a:avLst/>
          </a:prstGeom>
          <a:ln w="9525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5B2C68F-F3F7-196E-7811-0A8CE8F1E622}"/>
              </a:ext>
            </a:extLst>
          </p:cNvPr>
          <p:cNvCxnSpPr>
            <a:cxnSpLocks/>
          </p:cNvCxnSpPr>
          <p:nvPr/>
        </p:nvCxnSpPr>
        <p:spPr>
          <a:xfrm>
            <a:off x="5316027" y="4098756"/>
            <a:ext cx="147605" cy="0"/>
          </a:xfrm>
          <a:prstGeom prst="line">
            <a:avLst/>
          </a:prstGeom>
          <a:ln w="9525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BA50797-3031-325D-5219-0B146582B490}"/>
              </a:ext>
            </a:extLst>
          </p:cNvPr>
          <p:cNvSpPr/>
          <p:nvPr/>
        </p:nvSpPr>
        <p:spPr>
          <a:xfrm>
            <a:off x="3911704" y="3882969"/>
            <a:ext cx="228600" cy="457200"/>
          </a:xfrm>
          <a:custGeom>
            <a:avLst/>
            <a:gdLst>
              <a:gd name="csX0" fmla="*/ 0 w 228600"/>
              <a:gd name="csY0" fmla="*/ 247650 h 457200"/>
              <a:gd name="csX1" fmla="*/ 69850 w 228600"/>
              <a:gd name="csY1" fmla="*/ 0 h 457200"/>
              <a:gd name="csX2" fmla="*/ 171450 w 228600"/>
              <a:gd name="csY2" fmla="*/ 457200 h 457200"/>
              <a:gd name="csX3" fmla="*/ 228600 w 228600"/>
              <a:gd name="csY3" fmla="*/ 22225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8600" h="457200">
                <a:moveTo>
                  <a:pt x="0" y="247650"/>
                </a:moveTo>
                <a:lnTo>
                  <a:pt x="69850" y="0"/>
                </a:lnTo>
                <a:lnTo>
                  <a:pt x="171450" y="457200"/>
                </a:lnTo>
                <a:lnTo>
                  <a:pt x="228600" y="222250"/>
                </a:lnTo>
              </a:path>
            </a:pathLst>
          </a:custGeom>
          <a:noFill/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A9B2E1E-7CF6-2C1B-7D73-2484AD7ACDDC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3764099" y="4130619"/>
            <a:ext cx="147605" cy="0"/>
          </a:xfrm>
          <a:prstGeom prst="line">
            <a:avLst/>
          </a:prstGeom>
          <a:ln w="9525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12713D8-0CA7-15EC-5B04-D0F2A3B50367}"/>
              </a:ext>
            </a:extLst>
          </p:cNvPr>
          <p:cNvCxnSpPr>
            <a:cxnSpLocks/>
          </p:cNvCxnSpPr>
          <p:nvPr/>
        </p:nvCxnSpPr>
        <p:spPr>
          <a:xfrm>
            <a:off x="3616494" y="4130619"/>
            <a:ext cx="147605" cy="0"/>
          </a:xfrm>
          <a:prstGeom prst="line">
            <a:avLst/>
          </a:prstGeom>
          <a:ln w="9525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9257304-ABCD-25A5-3D31-82DDBAA13ACC}"/>
              </a:ext>
            </a:extLst>
          </p:cNvPr>
          <p:cNvSpPr/>
          <p:nvPr/>
        </p:nvSpPr>
        <p:spPr>
          <a:xfrm>
            <a:off x="3498850" y="3836642"/>
            <a:ext cx="3489408" cy="609387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1167262-B852-09B6-7556-9022513BDE48}"/>
              </a:ext>
            </a:extLst>
          </p:cNvPr>
          <p:cNvSpPr/>
          <p:nvPr/>
        </p:nvSpPr>
        <p:spPr>
          <a:xfrm>
            <a:off x="1721848" y="4913497"/>
            <a:ext cx="1820844" cy="2415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i="1" dirty="0">
                <a:solidFill>
                  <a:schemeClr val="tx1"/>
                </a:solidFill>
              </a:rPr>
              <a:t>In-phase</a:t>
            </a:r>
            <a:r>
              <a:rPr lang="en-IN" sz="1200" dirty="0">
                <a:solidFill>
                  <a:schemeClr val="tx1"/>
                </a:solidFill>
              </a:rPr>
              <a:t> signals by individually adding up the time delays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F5C9DE4-7F18-AED9-016A-EE80C3A58624}"/>
              </a:ext>
            </a:extLst>
          </p:cNvPr>
          <p:cNvSpPr/>
          <p:nvPr/>
        </p:nvSpPr>
        <p:spPr>
          <a:xfrm>
            <a:off x="3498950" y="4729574"/>
            <a:ext cx="3489408" cy="609387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Plus Sign 55">
            <a:extLst>
              <a:ext uri="{FF2B5EF4-FFF2-40B4-BE49-F238E27FC236}">
                <a16:creationId xmlns:a16="http://schemas.microsoft.com/office/drawing/2014/main" id="{D02C5A1A-AAAC-0DCD-BEAC-ACA355FA2F51}"/>
              </a:ext>
            </a:extLst>
          </p:cNvPr>
          <p:cNvSpPr/>
          <p:nvPr/>
        </p:nvSpPr>
        <p:spPr>
          <a:xfrm>
            <a:off x="3647055" y="4508812"/>
            <a:ext cx="176366" cy="176400"/>
          </a:xfrm>
          <a:prstGeom prst="mathPlus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060239A-D309-9DFB-6D34-061C949124EB}"/>
              </a:ext>
            </a:extLst>
          </p:cNvPr>
          <p:cNvSpPr/>
          <p:nvPr/>
        </p:nvSpPr>
        <p:spPr>
          <a:xfrm>
            <a:off x="3714558" y="4473398"/>
            <a:ext cx="582284" cy="2415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td</a:t>
            </a:r>
            <a:r>
              <a:rPr lang="en-IN" sz="12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8" name="Plus Sign 57">
            <a:extLst>
              <a:ext uri="{FF2B5EF4-FFF2-40B4-BE49-F238E27FC236}">
                <a16:creationId xmlns:a16="http://schemas.microsoft.com/office/drawing/2014/main" id="{227AC2E7-A0C0-EDAF-B2BF-3CD8761986F6}"/>
              </a:ext>
            </a:extLst>
          </p:cNvPr>
          <p:cNvSpPr/>
          <p:nvPr/>
        </p:nvSpPr>
        <p:spPr>
          <a:xfrm>
            <a:off x="4885009" y="4502446"/>
            <a:ext cx="176366" cy="176400"/>
          </a:xfrm>
          <a:prstGeom prst="mathPlus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8B7543D-9321-8544-F690-3D59B3833B58}"/>
              </a:ext>
            </a:extLst>
          </p:cNvPr>
          <p:cNvSpPr/>
          <p:nvPr/>
        </p:nvSpPr>
        <p:spPr>
          <a:xfrm>
            <a:off x="4952512" y="4467032"/>
            <a:ext cx="582284" cy="2415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td</a:t>
            </a:r>
            <a:r>
              <a:rPr lang="en-IN" sz="12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6ABBA0EB-41C0-086B-F744-6F9A5CBB8281}"/>
              </a:ext>
            </a:extLst>
          </p:cNvPr>
          <p:cNvSpPr/>
          <p:nvPr/>
        </p:nvSpPr>
        <p:spPr>
          <a:xfrm>
            <a:off x="6339112" y="4818040"/>
            <a:ext cx="228600" cy="457200"/>
          </a:xfrm>
          <a:custGeom>
            <a:avLst/>
            <a:gdLst>
              <a:gd name="csX0" fmla="*/ 0 w 228600"/>
              <a:gd name="csY0" fmla="*/ 247650 h 457200"/>
              <a:gd name="csX1" fmla="*/ 69850 w 228600"/>
              <a:gd name="csY1" fmla="*/ 0 h 457200"/>
              <a:gd name="csX2" fmla="*/ 171450 w 228600"/>
              <a:gd name="csY2" fmla="*/ 457200 h 457200"/>
              <a:gd name="csX3" fmla="*/ 228600 w 228600"/>
              <a:gd name="csY3" fmla="*/ 22225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8600" h="457200">
                <a:moveTo>
                  <a:pt x="0" y="247650"/>
                </a:moveTo>
                <a:lnTo>
                  <a:pt x="69850" y="0"/>
                </a:lnTo>
                <a:lnTo>
                  <a:pt x="171450" y="457200"/>
                </a:lnTo>
                <a:lnTo>
                  <a:pt x="228600" y="222250"/>
                </a:lnTo>
              </a:path>
            </a:pathLst>
          </a:custGeom>
          <a:noFill/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13F6A86-7EBB-10B8-C985-A9C7D01BAB37}"/>
              </a:ext>
            </a:extLst>
          </p:cNvPr>
          <p:cNvCxnSpPr>
            <a:cxnSpLocks/>
          </p:cNvCxnSpPr>
          <p:nvPr/>
        </p:nvCxnSpPr>
        <p:spPr>
          <a:xfrm>
            <a:off x="6715317" y="5044259"/>
            <a:ext cx="147605" cy="0"/>
          </a:xfrm>
          <a:prstGeom prst="line">
            <a:avLst/>
          </a:prstGeom>
          <a:ln w="9525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5F7BAF5-BC3B-2E7F-4AF6-16BC1658A000}"/>
              </a:ext>
            </a:extLst>
          </p:cNvPr>
          <p:cNvCxnSpPr>
            <a:cxnSpLocks/>
          </p:cNvCxnSpPr>
          <p:nvPr/>
        </p:nvCxnSpPr>
        <p:spPr>
          <a:xfrm>
            <a:off x="6567712" y="5044259"/>
            <a:ext cx="147605" cy="0"/>
          </a:xfrm>
          <a:prstGeom prst="line">
            <a:avLst/>
          </a:prstGeom>
          <a:ln w="9525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4FF490B5-A6B9-2A57-4C79-B1CEB7965DD7}"/>
              </a:ext>
            </a:extLst>
          </p:cNvPr>
          <p:cNvSpPr/>
          <p:nvPr/>
        </p:nvSpPr>
        <p:spPr>
          <a:xfrm>
            <a:off x="4965475" y="4815659"/>
            <a:ext cx="228600" cy="457200"/>
          </a:xfrm>
          <a:custGeom>
            <a:avLst/>
            <a:gdLst>
              <a:gd name="csX0" fmla="*/ 0 w 228600"/>
              <a:gd name="csY0" fmla="*/ 247650 h 457200"/>
              <a:gd name="csX1" fmla="*/ 69850 w 228600"/>
              <a:gd name="csY1" fmla="*/ 0 h 457200"/>
              <a:gd name="csX2" fmla="*/ 171450 w 228600"/>
              <a:gd name="csY2" fmla="*/ 457200 h 457200"/>
              <a:gd name="csX3" fmla="*/ 228600 w 228600"/>
              <a:gd name="csY3" fmla="*/ 22225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8600" h="457200">
                <a:moveTo>
                  <a:pt x="0" y="247650"/>
                </a:moveTo>
                <a:lnTo>
                  <a:pt x="69850" y="0"/>
                </a:lnTo>
                <a:lnTo>
                  <a:pt x="171450" y="457200"/>
                </a:lnTo>
                <a:lnTo>
                  <a:pt x="228600" y="222250"/>
                </a:lnTo>
              </a:path>
            </a:pathLst>
          </a:custGeom>
          <a:noFill/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E961C04-3AC6-9965-3E19-F7A56CD576F1}"/>
              </a:ext>
            </a:extLst>
          </p:cNvPr>
          <p:cNvCxnSpPr>
            <a:cxnSpLocks/>
          </p:cNvCxnSpPr>
          <p:nvPr/>
        </p:nvCxnSpPr>
        <p:spPr>
          <a:xfrm>
            <a:off x="5341680" y="5041878"/>
            <a:ext cx="147605" cy="0"/>
          </a:xfrm>
          <a:prstGeom prst="line">
            <a:avLst/>
          </a:prstGeom>
          <a:ln w="9525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56F1EAC-E37B-CE36-C7FA-195BF4E9A7EB}"/>
              </a:ext>
            </a:extLst>
          </p:cNvPr>
          <p:cNvCxnSpPr>
            <a:cxnSpLocks/>
          </p:cNvCxnSpPr>
          <p:nvPr/>
        </p:nvCxnSpPr>
        <p:spPr>
          <a:xfrm>
            <a:off x="5194075" y="5041878"/>
            <a:ext cx="147605" cy="0"/>
          </a:xfrm>
          <a:prstGeom prst="line">
            <a:avLst/>
          </a:prstGeom>
          <a:ln w="9525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0D538DA3-30A8-1407-6364-1AC25C105B97}"/>
              </a:ext>
            </a:extLst>
          </p:cNvPr>
          <p:cNvSpPr/>
          <p:nvPr/>
        </p:nvSpPr>
        <p:spPr>
          <a:xfrm>
            <a:off x="3690297" y="4815659"/>
            <a:ext cx="228600" cy="457200"/>
          </a:xfrm>
          <a:custGeom>
            <a:avLst/>
            <a:gdLst>
              <a:gd name="csX0" fmla="*/ 0 w 228600"/>
              <a:gd name="csY0" fmla="*/ 247650 h 457200"/>
              <a:gd name="csX1" fmla="*/ 69850 w 228600"/>
              <a:gd name="csY1" fmla="*/ 0 h 457200"/>
              <a:gd name="csX2" fmla="*/ 171450 w 228600"/>
              <a:gd name="csY2" fmla="*/ 457200 h 457200"/>
              <a:gd name="csX3" fmla="*/ 228600 w 228600"/>
              <a:gd name="csY3" fmla="*/ 22225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8600" h="457200">
                <a:moveTo>
                  <a:pt x="0" y="247650"/>
                </a:moveTo>
                <a:lnTo>
                  <a:pt x="69850" y="0"/>
                </a:lnTo>
                <a:lnTo>
                  <a:pt x="171450" y="457200"/>
                </a:lnTo>
                <a:lnTo>
                  <a:pt x="228600" y="222250"/>
                </a:lnTo>
              </a:path>
            </a:pathLst>
          </a:custGeom>
          <a:noFill/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41A41BB-23FC-1929-535D-D52A7BA3AC20}"/>
              </a:ext>
            </a:extLst>
          </p:cNvPr>
          <p:cNvCxnSpPr>
            <a:cxnSpLocks/>
          </p:cNvCxnSpPr>
          <p:nvPr/>
        </p:nvCxnSpPr>
        <p:spPr>
          <a:xfrm>
            <a:off x="4066502" y="5041878"/>
            <a:ext cx="147605" cy="0"/>
          </a:xfrm>
          <a:prstGeom prst="line">
            <a:avLst/>
          </a:prstGeom>
          <a:ln w="9525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8B7CFC4-9506-06D0-BC58-DECB964624D3}"/>
              </a:ext>
            </a:extLst>
          </p:cNvPr>
          <p:cNvCxnSpPr>
            <a:cxnSpLocks/>
          </p:cNvCxnSpPr>
          <p:nvPr/>
        </p:nvCxnSpPr>
        <p:spPr>
          <a:xfrm>
            <a:off x="3918897" y="5041878"/>
            <a:ext cx="147605" cy="0"/>
          </a:xfrm>
          <a:prstGeom prst="line">
            <a:avLst/>
          </a:prstGeom>
          <a:ln w="9525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3AF8CCEC-46DD-E961-30C0-81B5ACD10C28}"/>
              </a:ext>
            </a:extLst>
          </p:cNvPr>
          <p:cNvSpPr/>
          <p:nvPr/>
        </p:nvSpPr>
        <p:spPr>
          <a:xfrm>
            <a:off x="4255978" y="6410400"/>
            <a:ext cx="1820844" cy="2415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Maximised array response</a:t>
            </a:r>
          </a:p>
        </p:txBody>
      </p:sp>
    </p:spTree>
    <p:extLst>
      <p:ext uri="{BB962C8B-B14F-4D97-AF65-F5344CB8AC3E}">
        <p14:creationId xmlns:p14="http://schemas.microsoft.com/office/powerpoint/2010/main" val="2290739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.</dc:creator>
  <cp:lastModifiedBy>Aditya .</cp:lastModifiedBy>
  <cp:revision>1</cp:revision>
  <dcterms:created xsi:type="dcterms:W3CDTF">2026-05-08T22:06:20Z</dcterms:created>
  <dcterms:modified xsi:type="dcterms:W3CDTF">2026-05-08T22:06:37Z</dcterms:modified>
</cp:coreProperties>
</file>